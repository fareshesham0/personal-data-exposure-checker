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78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59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95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786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599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43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83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39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047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0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283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3938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730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6931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579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006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07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3451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2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Update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 Data Exposure Checker</a:t>
            </a:r>
          </a:p>
          <a:p>
            <a:r>
              <a:t>Qasem Fares Hesham Abdo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Checks email and phone number exposure</a:t>
            </a:r>
          </a:p>
          <a:p>
            <a:r>
              <a:t>Uses multiple APIs (HIBP + DeHashed)</a:t>
            </a:r>
          </a:p>
          <a:p>
            <a:r>
              <a:t>Risk scoring system (in progress)</a:t>
            </a:r>
          </a:p>
          <a:p>
            <a:r>
              <a:t>Privacy-preserving lookup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Identified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APIs increase complexity</a:t>
            </a:r>
          </a:p>
          <a:p>
            <a:r>
              <a:t>Phone number support is limited and inconsistent</a:t>
            </a:r>
          </a:p>
          <a:p>
            <a:r>
              <a:t>Higher integration and maintenance overhead</a:t>
            </a:r>
          </a:p>
          <a:p>
            <a:r>
              <a:t>Harder to ensure privacy consistency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Consideration (DeHashed API)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Cost </a:t>
            </a:r>
            <a:r>
              <a:rPr lang="en-US" dirty="0"/>
              <a:t>for </a:t>
            </a:r>
            <a:r>
              <a:rPr dirty="0"/>
              <a:t> </a:t>
            </a:r>
            <a:r>
              <a:rPr lang="en-US" dirty="0"/>
              <a:t>credits</a:t>
            </a:r>
            <a:r>
              <a:rPr dirty="0"/>
              <a:t> : (</a:t>
            </a:r>
            <a:r>
              <a:rPr lang="en-US" dirty="0"/>
              <a:t>30$</a:t>
            </a:r>
            <a:r>
              <a:rPr dirty="0"/>
              <a:t>)</a:t>
            </a:r>
            <a:br>
              <a:rPr lang="en-US" dirty="0"/>
            </a:br>
            <a:r>
              <a:rPr lang="en-US" dirty="0"/>
              <a:t>can cost more if we hit the credits limit </a:t>
            </a:r>
            <a:endParaRPr dirty="0"/>
          </a:p>
          <a:p>
            <a:r>
              <a:rPr dirty="0"/>
              <a:t>Impact: increases cost, not ideal for academic prototype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 phone number exposure checking</a:t>
            </a:r>
          </a:p>
          <a:p>
            <a:r>
              <a:t>Add password exposure checking</a:t>
            </a:r>
          </a:p>
          <a:p>
            <a:r>
              <a:t>Use only one API: Have I Been Pwned (HIBP)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Password Instead of Phone Number?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Passwords are directly linked to security risk</a:t>
            </a:r>
          </a:p>
          <a:p>
            <a:r>
              <a:t>HIBP provides reliable password breach database</a:t>
            </a:r>
          </a:p>
          <a:p>
            <a:r>
              <a:t>Supports k-anonymity (privacy-preserving)</a:t>
            </a:r>
          </a:p>
          <a:p>
            <a:r>
              <a:t>More relevant for user protection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Using Only HIBP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Simplifies system architecture</a:t>
            </a:r>
          </a:p>
          <a:p>
            <a:r>
              <a:t>Strong privacy design (no raw password sent)</a:t>
            </a:r>
          </a:p>
          <a:p>
            <a:r>
              <a:t>Well-documented and widely used</a:t>
            </a:r>
          </a:p>
          <a:p>
            <a:r>
              <a:t>Eliminates multiple API management</a:t>
            </a:r>
          </a:p>
          <a:p>
            <a:r>
              <a:t>Improves reliability and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Updated 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Email exposure checking (HIBP)</a:t>
            </a:r>
          </a:p>
          <a:p>
            <a:r>
              <a:t>Password exposure checking (HIBP)</a:t>
            </a:r>
          </a:p>
          <a:p>
            <a:r>
              <a:t>Risk scoring system (frequency, recency, sensitivity)</a:t>
            </a:r>
          </a:p>
          <a:p>
            <a:r>
              <a:t>Security recommendations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on Risk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Password exposure = high sensitivity factor</a:t>
            </a:r>
          </a:p>
          <a:p>
            <a:r>
              <a:t>Improves accuracy of risk scoring</a:t>
            </a:r>
          </a:p>
          <a:p>
            <a:r>
              <a:t>Reflects real-world attack risks</a:t>
            </a:r>
          </a:p>
          <a:p>
            <a:r>
              <a:t>Enhances user understanding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Updated System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inputs email or password</a:t>
            </a:r>
          </a:p>
          <a:p>
            <a:r>
              <a:t>Data processed securely (hashing)</a:t>
            </a:r>
          </a:p>
          <a:p>
            <a:r>
              <a:t>Query sent to HIBP API</a:t>
            </a:r>
          </a:p>
          <a:p>
            <a:r>
              <a:t>Response received</a:t>
            </a:r>
          </a:p>
          <a:p>
            <a:r>
              <a:t>Risk score calculated</a:t>
            </a:r>
          </a:p>
          <a:p>
            <a:r>
              <a:t>Results and recommendations displayed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More focused and practical system</a:t>
            </a:r>
          </a:p>
          <a:p>
            <a:r>
              <a:t>Stronger cybersecurity relevance</a:t>
            </a:r>
          </a:p>
          <a:p>
            <a:r>
              <a:t>Improved privacy compliance</a:t>
            </a:r>
          </a:p>
          <a:p>
            <a:r>
              <a:t>Easier implementation and testing</a:t>
            </a:r>
          </a:p>
          <a:p>
            <a:r>
              <a:t>Better user value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Supervisor Feedback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 removing phone number acceptable?</a:t>
            </a:r>
          </a:p>
          <a:p>
            <a:r>
              <a:t>Is focusing on HIBP only appropriate?</a:t>
            </a:r>
          </a:p>
          <a:p>
            <a:r>
              <a:t>Suggestions for improving scoring system?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guidance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</TotalTime>
  <Words>302</Words>
  <Application>Microsoft Office PowerPoint</Application>
  <PresentationFormat>On-screen Show (4:3)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Century Gothic</vt:lpstr>
      <vt:lpstr>Wingdings 3</vt:lpstr>
      <vt:lpstr>Ion</vt:lpstr>
      <vt:lpstr>Project Update Proposal</vt:lpstr>
      <vt:lpstr>Current System Overview</vt:lpstr>
      <vt:lpstr>Identified Issues</vt:lpstr>
      <vt:lpstr>Cost Consideration (DeHashed API)</vt:lpstr>
      <vt:lpstr>Proposed Change</vt:lpstr>
      <vt:lpstr>Why Password Instead of Phone Number?</vt:lpstr>
      <vt:lpstr>Advantages of Using Only HIBP</vt:lpstr>
      <vt:lpstr>Updated System Features</vt:lpstr>
      <vt:lpstr>Impact on Risk Scoring</vt:lpstr>
      <vt:lpstr>Updated System Flow</vt:lpstr>
      <vt:lpstr>Expected Benefits</vt:lpstr>
      <vt:lpstr>Supervisor Feedback Request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FARES .</cp:lastModifiedBy>
  <cp:revision>2</cp:revision>
  <dcterms:created xsi:type="dcterms:W3CDTF">2013-01-27T09:14:16Z</dcterms:created>
  <dcterms:modified xsi:type="dcterms:W3CDTF">2026-04-01T16:25:55Z</dcterms:modified>
  <cp:category/>
</cp:coreProperties>
</file>